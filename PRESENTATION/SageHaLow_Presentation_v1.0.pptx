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6C7A3F-4466-400B-9EC6-F2F06A328FD5}" v="15" dt="2026-07-28T07:50:52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240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rik Honarchian Saki" userId="675348b7-b9fc-43af-920f-605f742e5483" providerId="ADAL" clId="{8F3920A2-B8DC-4FE8-80F4-E85C51B5289A}"/>
    <pc:docChg chg="undo redo custSel modSld">
      <pc:chgData name="Hairik Honarchian Saki" userId="675348b7-b9fc-43af-920f-605f742e5483" providerId="ADAL" clId="{8F3920A2-B8DC-4FE8-80F4-E85C51B5289A}" dt="2026-07-28T08:05:09.293" v="866" actId="114"/>
      <pc:docMkLst>
        <pc:docMk/>
      </pc:docMkLst>
      <pc:sldChg chg="modSp mod">
        <pc:chgData name="Hairik Honarchian Saki" userId="675348b7-b9fc-43af-920f-605f742e5483" providerId="ADAL" clId="{8F3920A2-B8DC-4FE8-80F4-E85C51B5289A}" dt="2026-07-28T05:57:58.942" v="309" actId="207"/>
        <pc:sldMkLst>
          <pc:docMk/>
          <pc:sldMk cId="0" sldId="256"/>
        </pc:sldMkLst>
        <pc:spChg chg="mod">
          <ac:chgData name="Hairik Honarchian Saki" userId="675348b7-b9fc-43af-920f-605f742e5483" providerId="ADAL" clId="{8F3920A2-B8DC-4FE8-80F4-E85C51B5289A}" dt="2026-07-28T05:57:58.942" v="309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Hairik Honarchian Saki" userId="675348b7-b9fc-43af-920f-605f742e5483" providerId="ADAL" clId="{8F3920A2-B8DC-4FE8-80F4-E85C51B5289A}" dt="2026-07-28T05:56:08.774" v="307" actId="20577"/>
          <ac:spMkLst>
            <pc:docMk/>
            <pc:sldMk cId="0" sldId="256"/>
            <ac:spMk id="3" creationId="{00000000-0000-0000-0000-000000000000}"/>
          </ac:spMkLst>
        </pc:spChg>
        <pc:picChg chg="mod">
          <ac:chgData name="Hairik Honarchian Saki" userId="675348b7-b9fc-43af-920f-605f742e5483" providerId="ADAL" clId="{8F3920A2-B8DC-4FE8-80F4-E85C51B5289A}" dt="2026-07-28T05:56:30.904" v="308" actId="1076"/>
          <ac:picMkLst>
            <pc:docMk/>
            <pc:sldMk cId="0" sldId="256"/>
            <ac:picMk id="4" creationId="{00000000-0000-0000-0000-000000000000}"/>
          </ac:picMkLst>
        </pc:picChg>
        <pc:picChg chg="mod">
          <ac:chgData name="Hairik Honarchian Saki" userId="675348b7-b9fc-43af-920f-605f742e5483" providerId="ADAL" clId="{8F3920A2-B8DC-4FE8-80F4-E85C51B5289A}" dt="2026-07-28T05:53:40.361" v="303" actId="1076"/>
          <ac:picMkLst>
            <pc:docMk/>
            <pc:sldMk cId="0" sldId="256"/>
            <ac:picMk id="5" creationId="{00000000-0000-0000-0000-000000000000}"/>
          </ac:picMkLst>
        </pc:picChg>
      </pc:sldChg>
      <pc:sldChg chg="modSp mod">
        <pc:chgData name="Hairik Honarchian Saki" userId="675348b7-b9fc-43af-920f-605f742e5483" providerId="ADAL" clId="{8F3920A2-B8DC-4FE8-80F4-E85C51B5289A}" dt="2026-07-28T06:08:21.992" v="372" actId="1076"/>
        <pc:sldMkLst>
          <pc:docMk/>
          <pc:sldMk cId="0" sldId="257"/>
        </pc:sldMkLst>
        <pc:spChg chg="mod">
          <ac:chgData name="Hairik Honarchian Saki" userId="675348b7-b9fc-43af-920f-605f742e5483" providerId="ADAL" clId="{8F3920A2-B8DC-4FE8-80F4-E85C51B5289A}" dt="2026-07-28T06:08:11.521" v="371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Hairik Honarchian Saki" userId="675348b7-b9fc-43af-920f-605f742e5483" providerId="ADAL" clId="{8F3920A2-B8DC-4FE8-80F4-E85C51B5289A}" dt="2026-07-28T06:08:21.992" v="372" actId="1076"/>
          <ac:spMkLst>
            <pc:docMk/>
            <pc:sldMk cId="0" sldId="257"/>
            <ac:spMk id="4" creationId="{00000000-0000-0000-0000-000000000000}"/>
          </ac:spMkLst>
        </pc:spChg>
        <pc:picChg chg="mod">
          <ac:chgData name="Hairik Honarchian Saki" userId="675348b7-b9fc-43af-920f-605f742e5483" providerId="ADAL" clId="{8F3920A2-B8DC-4FE8-80F4-E85C51B5289A}" dt="2026-07-28T06:01:29.159" v="318" actId="1076"/>
          <ac:picMkLst>
            <pc:docMk/>
            <pc:sldMk cId="0" sldId="257"/>
            <ac:picMk id="3" creationId="{00000000-0000-0000-0000-000000000000}"/>
          </ac:picMkLst>
        </pc:picChg>
      </pc:sldChg>
      <pc:sldChg chg="addSp delSp modSp mod">
        <pc:chgData name="Hairik Honarchian Saki" userId="675348b7-b9fc-43af-920f-605f742e5483" providerId="ADAL" clId="{8F3920A2-B8DC-4FE8-80F4-E85C51B5289A}" dt="2026-07-28T06:48:58.746" v="557" actId="948"/>
        <pc:sldMkLst>
          <pc:docMk/>
          <pc:sldMk cId="0" sldId="258"/>
        </pc:sldMkLst>
        <pc:spChg chg="mod">
          <ac:chgData name="Hairik Honarchian Saki" userId="675348b7-b9fc-43af-920f-605f742e5483" providerId="ADAL" clId="{8F3920A2-B8DC-4FE8-80F4-E85C51B5289A}" dt="2026-07-28T06:12:48.985" v="386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Hairik Honarchian Saki" userId="675348b7-b9fc-43af-920f-605f742e5483" providerId="ADAL" clId="{8F3920A2-B8DC-4FE8-80F4-E85C51B5289A}" dt="2026-07-28T06:16:46.104" v="394"/>
          <ac:spMkLst>
            <pc:docMk/>
            <pc:sldMk cId="0" sldId="258"/>
            <ac:spMk id="3" creationId="{00000000-0000-0000-0000-000000000000}"/>
          </ac:spMkLst>
        </pc:spChg>
        <pc:graphicFrameChg chg="add mod modGraphic">
          <ac:chgData name="Hairik Honarchian Saki" userId="675348b7-b9fc-43af-920f-605f742e5483" providerId="ADAL" clId="{8F3920A2-B8DC-4FE8-80F4-E85C51B5289A}" dt="2026-07-28T06:18:16.511" v="395" actId="2164"/>
          <ac:graphicFrameMkLst>
            <pc:docMk/>
            <pc:sldMk cId="0" sldId="258"/>
            <ac:graphicFrameMk id="6" creationId="{FB171A12-C41D-6E43-86ED-447F43CAA9DC}"/>
          </ac:graphicFrameMkLst>
        </pc:graphicFrameChg>
        <pc:graphicFrameChg chg="add mod modGraphic">
          <ac:chgData name="Hairik Honarchian Saki" userId="675348b7-b9fc-43af-920f-605f742e5483" providerId="ADAL" clId="{8F3920A2-B8DC-4FE8-80F4-E85C51B5289A}" dt="2026-07-28T06:48:58.746" v="557" actId="948"/>
          <ac:graphicFrameMkLst>
            <pc:docMk/>
            <pc:sldMk cId="0" sldId="258"/>
            <ac:graphicFrameMk id="7" creationId="{5BF042C7-B4B5-2C75-2AF2-C22465B37E25}"/>
          </ac:graphicFrameMkLst>
        </pc:graphicFrameChg>
        <pc:picChg chg="del mod">
          <ac:chgData name="Hairik Honarchian Saki" userId="675348b7-b9fc-43af-920f-605f742e5483" providerId="ADAL" clId="{8F3920A2-B8DC-4FE8-80F4-E85C51B5289A}" dt="2026-07-28T06:15:05.813" v="387" actId="21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Hairik Honarchian Saki" userId="675348b7-b9fc-43af-920f-605f742e5483" providerId="ADAL" clId="{8F3920A2-B8DC-4FE8-80F4-E85C51B5289A}" dt="2026-07-28T06:15:10.523" v="388" actId="21"/>
          <ac:picMkLst>
            <pc:docMk/>
            <pc:sldMk cId="0" sldId="258"/>
            <ac:picMk id="5" creationId="{00000000-0000-0000-0000-000000000000}"/>
          </ac:picMkLst>
        </pc:picChg>
      </pc:sldChg>
      <pc:sldChg chg="modSp mod">
        <pc:chgData name="Hairik Honarchian Saki" userId="675348b7-b9fc-43af-920f-605f742e5483" providerId="ADAL" clId="{8F3920A2-B8DC-4FE8-80F4-E85C51B5289A}" dt="2026-07-28T07:06:14.881" v="702" actId="20577"/>
        <pc:sldMkLst>
          <pc:docMk/>
          <pc:sldMk cId="0" sldId="259"/>
        </pc:sldMkLst>
        <pc:spChg chg="mod">
          <ac:chgData name="Hairik Honarchian Saki" userId="675348b7-b9fc-43af-920f-605f742e5483" providerId="ADAL" clId="{8F3920A2-B8DC-4FE8-80F4-E85C51B5289A}" dt="2026-07-28T07:00:13.018" v="649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Hairik Honarchian Saki" userId="675348b7-b9fc-43af-920f-605f742e5483" providerId="ADAL" clId="{8F3920A2-B8DC-4FE8-80F4-E85C51B5289A}" dt="2026-07-28T07:06:14.881" v="702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Hairik Honarchian Saki" userId="675348b7-b9fc-43af-920f-605f742e5483" providerId="ADAL" clId="{8F3920A2-B8DC-4FE8-80F4-E85C51B5289A}" dt="2026-07-28T08:05:09.293" v="866" actId="114"/>
        <pc:sldMkLst>
          <pc:docMk/>
          <pc:sldMk cId="0" sldId="260"/>
        </pc:sldMkLst>
        <pc:spChg chg="mod">
          <ac:chgData name="Hairik Honarchian Saki" userId="675348b7-b9fc-43af-920f-605f742e5483" providerId="ADAL" clId="{8F3920A2-B8DC-4FE8-80F4-E85C51B5289A}" dt="2026-07-28T07:35:42.605" v="750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Hairik Honarchian Saki" userId="675348b7-b9fc-43af-920f-605f742e5483" providerId="ADAL" clId="{8F3920A2-B8DC-4FE8-80F4-E85C51B5289A}" dt="2026-07-28T08:05:09.293" v="866" actId="114"/>
          <ac:spMkLst>
            <pc:docMk/>
            <pc:sldMk cId="0" sldId="260"/>
            <ac:spMk id="3" creationId="{00000000-0000-0000-0000-000000000000}"/>
          </ac:spMkLst>
        </pc:spChg>
        <pc:cxnChg chg="add del">
          <ac:chgData name="Hairik Honarchian Saki" userId="675348b7-b9fc-43af-920f-605f742e5483" providerId="ADAL" clId="{8F3920A2-B8DC-4FE8-80F4-E85C51B5289A}" dt="2026-07-28T07:48:13.481" v="782" actId="11529"/>
          <ac:cxnSpMkLst>
            <pc:docMk/>
            <pc:sldMk cId="0" sldId="260"/>
            <ac:cxnSpMk id="5" creationId="{EAECEBB9-921E-1959-957E-69BEF2951A27}"/>
          </ac:cxnSpMkLst>
        </pc:cxnChg>
        <pc:cxnChg chg="add del">
          <ac:chgData name="Hairik Honarchian Saki" userId="675348b7-b9fc-43af-920f-605f742e5483" providerId="ADAL" clId="{8F3920A2-B8DC-4FE8-80F4-E85C51B5289A}" dt="2026-07-28T07:48:47.300" v="786" actId="11529"/>
          <ac:cxnSpMkLst>
            <pc:docMk/>
            <pc:sldMk cId="0" sldId="260"/>
            <ac:cxnSpMk id="7" creationId="{3717A8B2-1DA0-2307-F9EB-7002207196A9}"/>
          </ac:cxnSpMkLst>
        </pc:cxnChg>
        <pc:cxnChg chg="add del mod">
          <ac:chgData name="Hairik Honarchian Saki" userId="675348b7-b9fc-43af-920f-605f742e5483" providerId="ADAL" clId="{8F3920A2-B8DC-4FE8-80F4-E85C51B5289A}" dt="2026-07-28T08:00:38.900" v="854" actId="478"/>
          <ac:cxnSpMkLst>
            <pc:docMk/>
            <pc:sldMk cId="0" sldId="260"/>
            <ac:cxnSpMk id="9" creationId="{E226ABC4-74E3-D88B-8950-CE1FCAF12E84}"/>
          </ac:cxnSpMkLst>
        </pc:cxnChg>
        <pc:cxnChg chg="add mod">
          <ac:chgData name="Hairik Honarchian Saki" userId="675348b7-b9fc-43af-920f-605f742e5483" providerId="ADAL" clId="{8F3920A2-B8DC-4FE8-80F4-E85C51B5289A}" dt="2026-07-28T08:04:09.891" v="861" actId="1076"/>
          <ac:cxnSpMkLst>
            <pc:docMk/>
            <pc:sldMk cId="0" sldId="260"/>
            <ac:cxnSpMk id="11" creationId="{F7252380-0D72-347B-3804-0678EE99CCE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B7EDE-0091-40E3-AE80-211ABE55E9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3CEBD-1AB5-4A9B-8B73-E1FC362B7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6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3CEBD-1AB5-4A9B-8B73-E1FC362B78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0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336502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sz="4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SageHaLow</a:t>
            </a:r>
            <a:endParaRPr sz="4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791833"/>
            <a:ext cx="7512891" cy="357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Low-Cost Modular Environmental Sensing Platform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Wi‑Fi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HaLow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SAGE Edge Infrastructure</a:t>
            </a:r>
          </a:p>
          <a:p>
            <a:pPr>
              <a:defRPr sz="1200" b="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Hairik Honarchian Saki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 Owusu-Amo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SAGE Summer Camp 2026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Visualization Laboratory (EVL)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0"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University of Illinois Chicago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proof-of-concept 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emonstrating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long-range Wi-Fi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between </a:t>
            </a:r>
          </a:p>
          <a:p>
            <a:pPr>
              <a:defRPr sz="1600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sensing devices and the SAGE Edge Platform.</a:t>
            </a:r>
          </a:p>
        </p:txBody>
      </p:sp>
      <p:pic>
        <p:nvPicPr>
          <p:cNvPr id="4" name="Picture 3" descr="14ece9cd-665e-4408-ace7-902da3f67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389" y="1190226"/>
            <a:ext cx="2194560" cy="2194560"/>
          </a:xfrm>
          <a:prstGeom prst="rect">
            <a:avLst/>
          </a:prstGeom>
        </p:spPr>
      </p:pic>
      <p:pic>
        <p:nvPicPr>
          <p:cNvPr id="5" name="Picture 4" descr="ad4f11ae-bb66-4d75-bbde-f7cda94ade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539" y="2892189"/>
            <a:ext cx="2708261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9907" y="103909"/>
            <a:ext cx="37378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3" name="Picture 2" descr="SAGE-Enabled Low-Cost-2026-07-28-0224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8" y="2802577"/>
            <a:ext cx="12029703" cy="18169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60210" y="1195647"/>
            <a:ext cx="51172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Low-cost modular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environmrntal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sensing platform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Long-range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Wi‑Fi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(~1 km)</a:t>
            </a:r>
          </a:p>
          <a:p>
            <a:pPr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the SAGE Edge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6333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Accomplishments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171A12-C41D-6E43-86ED-447F43CAA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023541"/>
              </p:ext>
            </p:extLst>
          </p:nvPr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076083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378550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682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034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306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904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48275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F042C7-B4B5-2C75-2AF2-C22465B37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271274"/>
              </p:ext>
            </p:extLst>
          </p:nvPr>
        </p:nvGraphicFramePr>
        <p:xfrm>
          <a:off x="545123" y="1470501"/>
          <a:ext cx="8346832" cy="3759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73519">
                  <a:extLst>
                    <a:ext uri="{9D8B030D-6E8A-4147-A177-3AD203B41FA5}">
                      <a16:colId xmlns:a16="http://schemas.microsoft.com/office/drawing/2014/main" val="259776101"/>
                    </a:ext>
                  </a:extLst>
                </a:gridCol>
                <a:gridCol w="6273313">
                  <a:extLst>
                    <a:ext uri="{9D8B030D-6E8A-4147-A177-3AD203B41FA5}">
                      <a16:colId xmlns:a16="http://schemas.microsoft.com/office/drawing/2014/main" val="3562282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29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Configured and tested the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Heltec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HT-HC33 camera platform.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54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Established long-range Wi-Fi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HaLow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communication through the HT-H7608 gateway.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87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SAGE Integration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Transferred images to the SAGE Edge Platform.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911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Validation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a low-cost environmental sensing architecture.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1534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37887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41585"/>
            <a:ext cx="8078943" cy="34470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Near-Term Development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PDM MEMS microphone integration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Event-driven image capture</a:t>
            </a:r>
          </a:p>
          <a:p>
            <a:pPr>
              <a:defRPr sz="2200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Vision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Edge AI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environmental monitoring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lang="en-US" i="1" dirty="0"/>
              <a:t>The modular </a:t>
            </a:r>
            <a:r>
              <a:rPr lang="en-US" i="1" dirty="0" err="1"/>
              <a:t>SageHaLow</a:t>
            </a:r>
            <a:r>
              <a:rPr lang="en-US" i="1" dirty="0"/>
              <a:t> architecture provides a scalable foundation </a:t>
            </a:r>
          </a:p>
          <a:p>
            <a:pPr>
              <a:defRPr sz="2200"/>
            </a:pPr>
            <a:r>
              <a:rPr lang="en-US" i="1" dirty="0"/>
              <a:t>for future AI-enabled environmental monitoring.</a:t>
            </a:r>
            <a:endParaRPr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59098"/>
            <a:ext cx="23108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1315" y="1905506"/>
            <a:ext cx="6426311" cy="36009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Repository</a:t>
            </a:r>
          </a:p>
          <a:p>
            <a:pPr>
              <a:defRPr sz="24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hairikhs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/sage-summer-camp-2026</a:t>
            </a:r>
          </a:p>
          <a:p>
            <a:pPr>
              <a:defRPr sz="2400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Contents</a:t>
            </a:r>
          </a:p>
          <a:p>
            <a:pPr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</a:t>
            </a:r>
          </a:p>
          <a:p>
            <a:pPr>
              <a:defRPr sz="24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Architecture</a:t>
            </a:r>
          </a:p>
          <a:p>
            <a:pPr>
              <a:defRPr sz="24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Firmware Documentation</a:t>
            </a:r>
          </a:p>
          <a:p>
            <a:pPr>
              <a:defRPr sz="24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Development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materials and future updates are available in the GitHub repository.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252380-0D72-347B-3804-0678EE99CCE0}"/>
              </a:ext>
            </a:extLst>
          </p:cNvPr>
          <p:cNvCxnSpPr/>
          <p:nvPr/>
        </p:nvCxnSpPr>
        <p:spPr>
          <a:xfrm>
            <a:off x="3574367" y="2854569"/>
            <a:ext cx="49600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202</Words>
  <Application>Microsoft Office PowerPoint</Application>
  <PresentationFormat>Widescreen</PresentationFormat>
  <Paragraphs>50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Hairik Honarchian Saki</cp:lastModifiedBy>
  <cp:revision>1</cp:revision>
  <dcterms:created xsi:type="dcterms:W3CDTF">2013-01-27T09:14:16Z</dcterms:created>
  <dcterms:modified xsi:type="dcterms:W3CDTF">2026-07-28T08:05:10Z</dcterms:modified>
  <cp:category/>
</cp:coreProperties>
</file>